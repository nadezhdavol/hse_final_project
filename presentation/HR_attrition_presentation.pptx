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6" d="100"/>
          <a:sy n="96" d="100"/>
        </p:scale>
        <p:origin x="13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E535F2-F778-A50B-D434-37673EC7B8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EBAEB23-EAFD-A226-B3B2-5D466074EC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E1726A8-29B8-FB89-18B8-91327639C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57A988-33D5-48CD-859F-A4C9607FE473}" type="datetimeFigureOut">
              <a:rPr lang="ru-RU" smtClean="0"/>
              <a:t>10.10.2026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A3DB446-49BA-A34F-24C1-1D00E8A86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578366C-F99C-2B41-F662-1CB0CBB84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837B73-007E-48B7-9121-53193F5A9CA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4906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2C31E2-F7B9-0A6A-C0BB-F5D94D258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43B0CE0-BB7D-9BFB-2F10-18A6714B40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F1B8B08-844C-CD38-FD70-8DAE34595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57A988-33D5-48CD-859F-A4C9607FE473}" type="datetimeFigureOut">
              <a:rPr lang="ru-RU" smtClean="0"/>
              <a:t>10.10.2026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AC0C71D-11CA-51E3-B7F0-54218E401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44BD885-CB0D-4A48-D8B6-D168C9CD7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837B73-007E-48B7-9121-53193F5A9CA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2741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7D11BB-C2EA-96B7-4891-A8638751C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122B862-5332-13CD-BBC4-EC902031A1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CF6D6C6-63FC-9837-7CF6-3056D1B4D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57A988-33D5-48CD-859F-A4C9607FE473}" type="datetimeFigureOut">
              <a:rPr lang="ru-RU" smtClean="0"/>
              <a:t>10.10.2026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5780003-B7BE-9723-ACFE-359D4135A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374342D-4731-027D-B991-9DF63A3CE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837B73-007E-48B7-9121-53193F5A9CA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46769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C682024-AFBB-DE37-445E-6E86B67C5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27C841B-76AB-E883-3AF8-07EF0A3D8A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61B6ED5-C6A1-2280-DB9F-76EF9099F8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BE7B179-904F-791A-594A-FC9E28F97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57A988-33D5-48CD-859F-A4C9607FE473}" type="datetimeFigureOut">
              <a:rPr lang="ru-RU" smtClean="0"/>
              <a:t>10.10.2026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405CBD4-5E92-FBAA-D5D9-F44664942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611C12-F39A-E31C-FD3F-3ED76D926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837B73-007E-48B7-9121-53193F5A9CA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42381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CA72FE-9254-F8D5-02BD-191E8B377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943C722-A41C-27F6-F63E-B5866E1817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972ED66-3007-EA16-1790-6F74BDFF9E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CB77D35-C697-EE35-8B8C-F845687308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2B8EF59-7287-1316-9860-DD0CB3711D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686D4D6-EC08-D845-0FC7-D268489E3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57A988-33D5-48CD-859F-A4C9607FE473}" type="datetimeFigureOut">
              <a:rPr lang="ru-RU" smtClean="0"/>
              <a:t>10.10.2026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394A3DF-558D-BA23-95AF-EFDBDA790A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2424F72-5264-6F4E-CE09-E84D04F06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837B73-007E-48B7-9121-53193F5A9CA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430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13C3E8-1949-4DC3-5E8D-CA8BCED41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D886F21-2125-2857-32A1-C2F74C1C3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57A988-33D5-48CD-859F-A4C9607FE473}" type="datetimeFigureOut">
              <a:rPr lang="ru-RU" smtClean="0"/>
              <a:t>10.10.2026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B92F2CC-9AD1-B32B-23D1-D571A32C7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2E9699B-B40D-AC3B-EFAA-66E1B2875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837B73-007E-48B7-9121-53193F5A9CA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13098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8AFB492-B6B7-2B1B-3C10-238E89A9F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57A988-33D5-48CD-859F-A4C9607FE473}" type="datetimeFigureOut">
              <a:rPr lang="ru-RU" smtClean="0"/>
              <a:t>10.10.2026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C68A4F2-9B8D-3811-EC57-5971B62C5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6E183DE-7284-A070-693E-87C5F639A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837B73-007E-48B7-9121-53193F5A9CA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8138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408596-B0E1-A33D-B207-2741E5E72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CA393B9-E4CE-7DE7-8595-4B72FC52E8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EE2D88-B5B9-83B2-821F-421F9297A7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DE868A7-8000-804B-916A-91E1F9762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57A988-33D5-48CD-859F-A4C9607FE473}" type="datetimeFigureOut">
              <a:rPr lang="ru-RU" smtClean="0"/>
              <a:t>10.10.2026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2E503AE-1EA0-82EE-F281-4C30B8EB8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CEE56A3-7A86-C364-D54F-1E6C2CFD8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837B73-007E-48B7-9121-53193F5A9CA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96194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C11115-1577-C618-4B14-9AE180DE6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4B6DFFE-F6A5-8D06-0AEC-04D6116EFF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DBE77D3-C5CC-3CF2-3B79-4D02DECD7B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4DDBC5F-8B07-33BC-6066-18B58A99E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57A988-33D5-48CD-859F-A4C9607FE473}" type="datetimeFigureOut">
              <a:rPr lang="ru-RU" smtClean="0"/>
              <a:t>10.10.2026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128E674-8AEB-C6CC-8A1D-39AE0431C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D90D4FD-1EDA-AEDA-6D79-6EAA2EC19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837B73-007E-48B7-9121-53193F5A9CA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7862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5A2A33-BD48-61C1-A8E3-9F1332749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2BBE124-575D-8E95-AAA9-3781E41986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76F177B-FD58-483C-F46B-13056F362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57A988-33D5-48CD-859F-A4C9607FE473}" type="datetimeFigureOut">
              <a:rPr lang="ru-RU" smtClean="0"/>
              <a:t>10.10.2026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919BF76-63C8-7EDF-B6DC-BC1717CFCC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C35ABF2-FCEE-DC16-1345-98ED718F5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837B73-007E-48B7-9121-53193F5A9CA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7726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4EAFECC-8CFA-084C-A662-07C8BBF5A9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7CD287E-84C2-899A-59E9-6EB8F20D25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ABBD5F0-9065-4159-97D9-69A456FD0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57A988-33D5-48CD-859F-A4C9607FE473}" type="datetimeFigureOut">
              <a:rPr lang="ru-RU" smtClean="0"/>
              <a:t>10.10.2026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8543613-F882-DE74-E563-54AE4E8D3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1906982-A7C3-A734-E6E3-76038A00A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837B73-007E-48B7-9121-53193F5A9CA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6489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0D5B66-DC39-6920-DADE-E03D6290D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DD654A8-A99C-71BB-A8A7-FBC97AAF14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C6CE399-AAF5-CB4F-34BB-AB76A924B1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57A988-33D5-48CD-859F-A4C9607FE473}" type="datetimeFigureOut">
              <a:rPr lang="ru-RU" smtClean="0"/>
              <a:t>10.10.2026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674FD87-E8A0-EDDD-E6A1-19317F3F49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DA90901-346B-0689-17BA-225B5652AD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837B73-007E-48B7-9121-53193F5A9CA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74874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adezhdavol/hse_final_project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BA7A39-9DD3-6774-F911-86EC72DC79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7381461" cy="1088100"/>
          </a:xfrm>
          <a:ln>
            <a:solidFill>
              <a:schemeClr val="bg1"/>
            </a:solidFill>
          </a:ln>
        </p:spPr>
        <p:txBody>
          <a:bodyPr>
            <a:normAutofit fontScale="90000"/>
          </a:bodyPr>
          <a:lstStyle/>
          <a:p>
            <a:pPr algn="l"/>
            <a:r>
              <a:rPr lang="ru-RU" sz="160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Тема проекта</a:t>
            </a:r>
            <a:r>
              <a:rPr lang="ru-RU" sz="20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br>
              <a:rPr lang="ru-RU" sz="2000" b="0" i="0" dirty="0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ru-RU" sz="2000" b="0" i="0" dirty="0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sz="220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Анализ и прогнозирование оттока сотрудников: интеграция </a:t>
            </a:r>
            <a:r>
              <a:rPr lang="ru-RU" sz="220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поколенческих</a:t>
            </a:r>
            <a:r>
              <a:rPr lang="ru-RU" sz="220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поведенческих и сезонных факторов в классическую HR-модель.</a:t>
            </a:r>
            <a:endParaRPr lang="ru-RU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11BAD0B-395A-A92A-BFFC-F06534AC9F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01078" y="2782957"/>
            <a:ext cx="5457246" cy="1152939"/>
          </a:xfrm>
        </p:spPr>
        <p:txBody>
          <a:bodyPr>
            <a:normAutofit fontScale="62500" lnSpcReduction="200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23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Автор: Володина Надежда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3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Научный руководитель: </a:t>
            </a:r>
            <a:r>
              <a:rPr lang="ru-RU" sz="2300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Паточенко</a:t>
            </a:r>
            <a:r>
              <a:rPr lang="ru-RU" sz="23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Евгений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3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НИУ ВШЭ, курс «Аналитик данных»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3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Октябрь 2026</a:t>
            </a:r>
          </a:p>
          <a:p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308F7AA-11C5-C366-7F7F-46150EB665DC}"/>
              </a:ext>
            </a:extLst>
          </p:cNvPr>
          <p:cNvSpPr/>
          <p:nvPr/>
        </p:nvSpPr>
        <p:spPr>
          <a:xfrm>
            <a:off x="1524000" y="5009322"/>
            <a:ext cx="6061544" cy="294198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2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Ссылка на репозиторий проекта </a:t>
            </a:r>
            <a:r>
              <a:rPr lang="ru-RU" sz="12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 здесь</a:t>
            </a:r>
            <a:endParaRPr lang="ru-RU" sz="1200" b="0" i="0" dirty="0">
              <a:solidFill>
                <a:srgbClr val="0F1115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12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Ссылка на </a:t>
            </a:r>
            <a:r>
              <a:rPr lang="ru-RU" sz="1200" dirty="0" err="1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дашборд</a:t>
            </a:r>
            <a:r>
              <a:rPr lang="ru-RU" sz="12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 здесь</a:t>
            </a:r>
            <a:endParaRPr lang="ru-RU" sz="1200" b="0" i="0" dirty="0">
              <a:solidFill>
                <a:srgbClr val="0F1115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6360039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</TotalTime>
  <Words>50</Words>
  <Application>Microsoft Office PowerPoint</Application>
  <PresentationFormat>Широкоэкранный</PresentationFormat>
  <Paragraphs>7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Тема Office</vt:lpstr>
      <vt:lpstr>Тема проекта:   Анализ и прогнозирование оттока сотрудников: интеграция поколенческих, поведенческих и сезонных факторов в классическую HR-модель.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1</cp:revision>
  <dcterms:created xsi:type="dcterms:W3CDTF">2026-10-10T10:11:33Z</dcterms:created>
  <dcterms:modified xsi:type="dcterms:W3CDTF">2026-10-10T10:36:04Z</dcterms:modified>
</cp:coreProperties>
</file>